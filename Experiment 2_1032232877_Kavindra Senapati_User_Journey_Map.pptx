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Medium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175" y="119650"/>
            <a:ext cx="4130114" cy="7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Rohan Mehta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900" dirty="0">
                <a:solidFill>
                  <a:srgbClr val="787878"/>
                </a:solidFill>
              </a:rPr>
              <a:t>Kavindra Senapati | PRN: 1032232877 | Panel: D | Roll No: 51</a:t>
            </a:r>
          </a:p>
        </p:txBody>
      </p:sp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b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Pay credit card bills on time and earn meaningful, transparent rewards through the CRED app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645408470"/>
              </p:ext>
            </p:extLst>
          </p:nvPr>
        </p:nvGraphicFramePr>
        <p:xfrm>
          <a:off x="226350" y="848300"/>
          <a:ext cx="8582100" cy="4202790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8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Downloads &amp; Signs Up</a:t>
                      </a:r>
                      <a:endParaRPr sz="8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Links Credit Cards</a:t>
                      </a:r>
                      <a:endParaRPr sz="8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Pays First Bill</a:t>
                      </a:r>
                      <a:endParaRPr sz="8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Explores Rewards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Returns for Monthly Use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8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Hears about CRED cashback from a friend
B. Downloads from Play Store / App Store
C. Enters phone number, verifies OTP
D. App checks credit score (750+ required)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App auto-fetches linked cards from bureau
B. Reviews detected cards and confirms
C. Sees outstanding amounts and due dates
D. Explores CRED Protect for hidden charges</a:t>
                      </a:r>
                      <a:endParaRPr sz="8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Taps 'Pay' on the card with nearest due date
B. Confirms pre-filled bill amount
C. Selects UPI or bank payment method
D. Authenticates via UPI PIN / biometric
E. Receives confirmation and earns CRED Coins</a:t>
                      </a:r>
                      <a:endParaRPr sz="8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Taps on earned coins to see rewards
B. Scrolls through voucher list
C. Looks for a recognisable brand offer
D. Tries spin-the-wheel and scratch card
E. Attempts to find filters or search bar</a:t>
                      </a:r>
                      <a:endParaRPr sz="8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Receives bill-due push notification
B. Opens app and pays bill in 3 taps
C. Checks credit score monthly
D. Occasionally browses CRED Store offers
E. Compares reward value over time</a:t>
                      </a:r>
                      <a:endParaRPr sz="8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8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Curious &amp; Hopeful — excited by the promise of rewards for a routine task, but slightly sceptical about the 'too good to be true' positioning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Impressed &amp; Reassured — the auto-fetch of card details feels modern and saves effort; seeing all cards in one place is immediately useful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Satisfied &amp; Delighted — the payment flow is fast, smooth, and the confirmation animation provides a genuine sense of accomplishment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Confused &amp; Frustrated — the rewards section feels like a lottery; no filters, no search, vouchers from unknown brands, and unclear coin-to-value conversion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Habitual but Underwhelmed — the payment flow remains excellent, but long-term reward value feels disproportionately low compared to bills paid</a:t>
                      </a:r>
                      <a:endParaRPr sz="8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8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Show a brief interactive walkthrough after sign-up explaining how coins, rewards, and credit score tracking work — set accurate expectations from the start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Add a consolidated dashboard view showing total outstanding, upcoming due dates, and spending trends across all linked cards in one glance</a:t>
                      </a:r>
                      <a:endParaRPr sz="8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Offer a 'skip animation' option for the post-payment reward sequence so returning users can get back to the home screen instantly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Introduce category filters, a search bar, and a 'recommended for you' section in rewards; show clear coin-to-rupee value before redemption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Provide a monthly summary showing total bills paid, coins earned, rewards redeemed, and credit score trajectory — reinforce the value loop</a:t>
                      </a:r>
                      <a:endParaRPr sz="8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On-screen Show (16:9)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Google Sans</vt:lpstr>
      <vt:lpstr>Google Sans Medium</vt:lpstr>
      <vt:lpstr>Arial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Suhani Senapati</cp:lastModifiedBy>
  <cp:revision>1</cp:revision>
  <dcterms:modified xsi:type="dcterms:W3CDTF">2026-08-08T14:53:03Z</dcterms:modified>
</cp:coreProperties>
</file>